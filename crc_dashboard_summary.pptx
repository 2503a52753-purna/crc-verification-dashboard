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NETWORK SECURITY &amp; DATA INTEGRITY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</a:defRPr>
            </a:pPr>
            <a:r>
              <a:t>Cyclic Redundancy Check (CRC)</a:t>
            </a:r>
            <a:br/>
            <a:r>
              <a:t>&amp; Attendance File Auditor</a:t>
            </a:r>
          </a:p>
          <a:p>
            <a:pPr>
              <a:spcBef>
                <a:spcPts val="1600"/>
              </a:spcBef>
              <a:defRPr sz="1600">
                <a:solidFill>
                  <a:srgbClr val="94A3B8"/>
                </a:solidFill>
              </a:defRPr>
            </a:pPr>
            <a:r>
              <a:t>Bitwise Polynomial Verification Dashboard | 3 Operating Modes | CSV File Tampering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120640"/>
            <a:ext cx="3200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Pure Python XOR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external CRC libraries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5120640"/>
            <a:ext cx="3200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Zero Bit-Flipping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Natural verification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5120640"/>
            <a:ext cx="3200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Attendance Audit Case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Detects row deletion &amp; edits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BACKGROUND &amp; CONTEXT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The Real-World Challenge: Attendance Record Integrity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⚠️ The Dilemma (Classroom Scenario)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Instructor generates a CSV attendance file immediately after class.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During storage, network transfer, or handling by intermediaries, values or rows may be altered or deleted.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Manual line-by-line inspection is tedious, error-prone, and unscalable for large student cohorts.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How can the instructor audit the file to determine whether it remains 100% identical to the original?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🛡️ The Solution: Cyclic Redundancy Check (CRC)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Cryptographic-like mathematical fingerprint generated using bitwise polynomial modulo-2 division.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Reference CRC: Computed on pristine original attendance file right after generation.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Audited CRC: Computed on received file at any point during later storage or audit.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Instant Verification: CRC match proves file authenticity; any bit mismatch immediately flags tampering!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THEORETICAL FOUNDATION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Core Mechanics of Cyclic Redundancy Check (CRC)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1. Modulo-2 XOR Arithmetic</a:t>
            </a:r>
          </a:p>
          <a:p>
            <a:pPr>
              <a:spcBef>
                <a:spcPts val="400"/>
              </a:spcBef>
              <a:defRPr sz="1100" b="1">
                <a:solidFill>
                  <a:srgbClr val="64748B"/>
                </a:solidFill>
              </a:defRPr>
            </a:pPr>
            <a:r>
              <a:t>Binary Division Without Carries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CRC uses binary modulo-2 arithmetic.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Addition and subtraction are identical to bitwise XOR (^).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1 ^ 1 = 0,  0 ^ 0 = 0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1 ^ 0 = 1,  0 ^ 1 = 1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Eliminates complex carries, making hardware and software execution ultrafast.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2. The Polynomial Formula</a:t>
            </a:r>
          </a:p>
          <a:p>
            <a:pPr>
              <a:spcBef>
                <a:spcPts val="400"/>
              </a:spcBef>
              <a:defRPr sz="1100" b="1">
                <a:solidFill>
                  <a:srgbClr val="64748B"/>
                </a:solidFill>
              </a:defRPr>
            </a:pPr>
            <a:r>
              <a:t>D(x) · 2^k + R(x) = C(x)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Data bits D are padded with k zeros, where k = len(G) - 1.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The padded stream is divided by Generator Polynomial G(x).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The division remainder R(x) is the CRC checksum.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Transmitted Codeword = Data + Remainder.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3. Receiver Verification</a:t>
            </a:r>
          </a:p>
          <a:p>
            <a:pPr>
              <a:spcBef>
                <a:spcPts val="400"/>
              </a:spcBef>
              <a:defRPr sz="1100" b="1">
                <a:solidFill>
                  <a:srgbClr val="64748B"/>
                </a:solidFill>
              </a:defRPr>
            </a:pPr>
            <a:r>
              <a:t>Remainder Check Condition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Receiver receives the codeword and divides by the exact same G(x).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If Remainder == 0: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  -&gt; No error detected! Codeword is authentic.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If Remainder != 0: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  -&gt; Corrupted! Flag tampering immediately.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SYSTEM CONFIGURATION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Supported CRC Standards &amp; Generator Polynomials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CRC-3  (3 Bits Checksum)</a:t>
            </a:r>
          </a:p>
          <a:p>
            <a:pPr>
              <a:spcBef>
                <a:spcPts val="300"/>
              </a:spcBef>
              <a:defRPr sz="1100" b="1">
                <a:solidFill>
                  <a:srgbClr val="64748B"/>
                </a:solidFill>
              </a:defRPr>
            </a:pPr>
            <a:r>
              <a:t>Polynomial: x³ + x + 1  |  Standard: Educational / Telemetry</a:t>
            </a:r>
          </a:p>
          <a:p>
            <a:pPr>
              <a:spcBef>
                <a:spcPts val="400"/>
              </a:spcBef>
              <a:defRPr sz="1100">
                <a:solidFill>
                  <a:srgbClr val="F59E0B"/>
                </a:solidFill>
              </a:defRPr>
            </a:pPr>
            <a:r>
              <a:t>Generator 'gen': 1011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Compact 3-bit checksum used for demonstrating polynomial division fundamentals.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CRC-4  (4 Bits Checksum)</a:t>
            </a:r>
          </a:p>
          <a:p>
            <a:pPr>
              <a:spcBef>
                <a:spcPts val="300"/>
              </a:spcBef>
              <a:defRPr sz="1100" b="1">
                <a:solidFill>
                  <a:srgbClr val="64748B"/>
                </a:solidFill>
              </a:defRPr>
            </a:pPr>
            <a:r>
              <a:t>Polynomial: x⁴ + x + 1  |  Standard: ITU G.704 Framing</a:t>
            </a:r>
          </a:p>
          <a:p>
            <a:pPr>
              <a:spcBef>
                <a:spcPts val="400"/>
              </a:spcBef>
              <a:defRPr sz="1100">
                <a:solidFill>
                  <a:srgbClr val="F59E0B"/>
                </a:solidFill>
              </a:defRPr>
            </a:pPr>
            <a:r>
              <a:t>Generator 'gen': 10011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4-bit CRC standard widely used in digital telecommunications and framing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CRC-8  (8 Bits Checksum)</a:t>
            </a:r>
          </a:p>
          <a:p>
            <a:pPr>
              <a:spcBef>
                <a:spcPts val="300"/>
              </a:spcBef>
              <a:defRPr sz="1100" b="1">
                <a:solidFill>
                  <a:srgbClr val="64748B"/>
                </a:solidFill>
              </a:defRPr>
            </a:pPr>
            <a:r>
              <a:t>Polynomial: x⁸ + x² + x + 1  |  Standard: ATM / Sensor Protocols</a:t>
            </a:r>
          </a:p>
          <a:p>
            <a:pPr>
              <a:spcBef>
                <a:spcPts val="400"/>
              </a:spcBef>
              <a:defRPr sz="1100">
                <a:solidFill>
                  <a:srgbClr val="F59E0B"/>
                </a:solidFill>
              </a:defRPr>
            </a:pPr>
            <a:r>
              <a:t>Generator 'gen': 100000111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1-byte checksum delivering robust burst error detection for text and structured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CRC-32  (32 Bits Checksum)</a:t>
            </a:r>
          </a:p>
          <a:p>
            <a:pPr>
              <a:spcBef>
                <a:spcPts val="300"/>
              </a:spcBef>
              <a:defRPr sz="1100" b="1">
                <a:solidFill>
                  <a:srgbClr val="64748B"/>
                </a:solidFill>
              </a:defRPr>
            </a:pPr>
            <a:r>
              <a:t>Polynomial: IEEE 802.3 Standard  |  Standard: Ethernet / ZIP / PNG</a:t>
            </a:r>
          </a:p>
          <a:p>
            <a:pPr>
              <a:spcBef>
                <a:spcPts val="400"/>
              </a:spcBef>
              <a:defRPr sz="1100">
                <a:solidFill>
                  <a:srgbClr val="F59E0B"/>
                </a:solidFill>
              </a:defRPr>
            </a:pPr>
            <a:r>
              <a:t>Generator 'gen': 100000100110000010001110110110111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Industry-standard 32-bit polynomial detecting 99.9999999% of all transmission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OPERATING MODE 1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Mode 1: Binary Input &amp; Codeword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700" b="1">
                <a:solidFill>
                  <a:srgbClr val="0284C7"/>
                </a:solidFill>
              </a:defRPr>
            </a:pPr>
            <a:r>
              <a:t>📤 Sender Side: Codeword Generation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Input: User provides raw binary string, e.g. 100100.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Zero Padding: Padded with k zeros: new_data = data + '0'*crc_len.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CRC Generation: Calculated using pure bitwise XOR: sender_crc = crc(new_data, gen).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Transmitted Codeword: Formed by appending CRC: codeword = data + sender_crc.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Example Output: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  • Data: 100100  |  Gen: 1101 (CRC-3)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  • Sender CRC: 001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  • Codeword: 100100001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📥 Receiver Side: Remainder Verification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Input: Receives binary codeword (manual entry or direct test).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Remainder Division: remainder = crc(received_codeword, gen).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Deterministic Error Check: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  • If int(remainder, 2) == 0:</a:t>
            </a:r>
          </a:p>
          <a:p>
            <a:pPr>
              <a:spcBef>
                <a:spcPts val="600"/>
              </a:spcBef>
              <a:defRPr sz="1200">
                <a:solidFill>
                  <a:srgbClr val="10B981"/>
                </a:solidFill>
              </a:defRPr>
            </a:pPr>
            <a:r>
              <a:t>     ✔ Status: No Error Detected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     Extracted Data: received_codeword[:-crc_len]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  • If int(remainder, 2) != 0:</a:t>
            </a:r>
          </a:p>
          <a:p>
            <a:pPr>
              <a:spcBef>
                <a:spcPts val="600"/>
              </a:spcBef>
              <a:defRPr sz="1200">
                <a:solidFill>
                  <a:srgbClr val="EF4444"/>
                </a:solidFill>
              </a:defRPr>
            </a:pPr>
            <a:r>
              <a:t>     ✖ Status: Error Detected (Data Corrupted)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Strict Policy: No artificial flipping! Receiver evaluates authentic input.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OPERATING MODE 2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Mode 2: Text Input &amp; CRC Value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🔤 Text to 8-Bit Binary Conversion: text_to_binary(text)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Converts every character into an 8-bit ASCII bitstream: ''.join(format(ord(char), '08b') for char in text). Enables arbitrary natural language strings to be mathematically processed by polynomial division.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5120640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✔ Case A: Identical Text (No Error)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Sender Text: 'Computer Networks CRC Lab'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Receiver Text: 'Computer Networks CRC Lab'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Sender CRC: 00001000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Receiver CRC: 00001000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Verdict: Sender CRC == Receiver CRC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Result: No Error Detected (Data authentic)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017520"/>
            <a:ext cx="5120640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✖ Case B: Single Typo / Alteration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Sender Text: 'Computer Networks CRC Lab'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Receiver Text: 'Computer Networks CRC lab' (lowercase 'l')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Sender CRC: 00001000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Receiver CRC: 01001011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Verdict: Sender CRC != Receiver CRC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Result: Error Detected! 1-bit text shift creates completely different remainder.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OPERATING MODE 3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Mode 3: File Input &amp; Attendance CSV Audit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Test 1: Pristine Original Record</a:t>
            </a:r>
          </a:p>
          <a:p>
            <a:pPr>
              <a:spcBef>
                <a:spcPts val="300"/>
              </a:spcBef>
              <a:defRPr sz="900" b="1">
                <a:solidFill>
                  <a:srgbClr val="64748B"/>
                </a:solidFill>
              </a:defRPr>
            </a:pPr>
            <a:r>
              <a:t>AUTHENTIC RECORD VERIFICATION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Original file compared against itself or uncorrupted copy.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</a:defRPr>
            </a:pPr>
            <a:r>
              <a:t>Original CRC: 01111001</a:t>
            </a:r>
            <a:br/>
            <a:r>
              <a:t>Audited CRC:  01111001</a:t>
            </a:r>
          </a:p>
          <a:p>
            <a:pPr>
              <a:spcBef>
                <a:spcPts val="1200"/>
              </a:spcBef>
              <a:defRPr sz="1200" b="1">
                <a:solidFill>
                  <a:srgbClr val="10B981"/>
                </a:solidFill>
              </a:defRPr>
            </a:pPr>
            <a:r>
              <a:t>Verdict: PASS (No Error Detected)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Test 2: Attendance Status Tampered</a:t>
            </a:r>
          </a:p>
          <a:p>
            <a:pPr>
              <a:spcBef>
                <a:spcPts val="300"/>
              </a:spcBef>
              <a:defRPr sz="900" b="1">
                <a:solidFill>
                  <a:srgbClr val="64748B"/>
                </a:solidFill>
              </a:defRPr>
            </a:pPr>
            <a:r>
              <a:t>DETECTING ACCIDENTAL MODIFICATION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Student 103 status changed from 'Absent' to 'Present'.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</a:defRPr>
            </a:pPr>
            <a:r>
              <a:t>Original CRC: 01111001</a:t>
            </a:r>
            <a:br/>
            <a:r>
              <a:t>Audited CRC:  11101000</a:t>
            </a:r>
          </a:p>
          <a:p>
            <a:pPr>
              <a:spcBef>
                <a:spcPts val="1200"/>
              </a:spcBef>
              <a:defRPr sz="1200" b="1">
                <a:solidFill>
                  <a:srgbClr val="EF4444"/>
                </a:solidFill>
              </a:defRPr>
            </a:pPr>
            <a:r>
              <a:t>Verdict: FAIL (Tampering Detected)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Test 3: Student Row Deleted</a:t>
            </a:r>
          </a:p>
          <a:p>
            <a:pPr>
              <a:spcBef>
                <a:spcPts val="300"/>
              </a:spcBef>
              <a:defRPr sz="900" b="1">
                <a:solidFill>
                  <a:srgbClr val="64748B"/>
                </a:solidFill>
              </a:defRPr>
            </a:pPr>
            <a:r>
              <a:t>DETECTING ACCIDENTAL ROW REMOVAL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Student 105 row removed during transfer.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</a:defRPr>
            </a:pPr>
            <a:r>
              <a:t>Original CRC: 01111001</a:t>
            </a:r>
            <a:br/>
            <a:r>
              <a:t>Audited CRC:  10011110</a:t>
            </a:r>
          </a:p>
          <a:p>
            <a:pPr>
              <a:spcBef>
                <a:spcPts val="1200"/>
              </a:spcBef>
              <a:defRPr sz="1200" b="1">
                <a:solidFill>
                  <a:srgbClr val="F59E0B"/>
                </a:solidFill>
              </a:defRPr>
            </a:pPr>
            <a:r>
              <a:t>Verdict: FAIL (Row Deletion Detected)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📊 Audit Trail &amp; CSV Report Generation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Instructors can download timestamped verification reports (CSV) certifying file integrity for administrative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CONCLUSION &amp; HIGHLIGHTS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Architecture Summary &amp; 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Strict Implementation Rules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100% Pure Python XOR Engine: Zero external CRC libraries (no zlib / hashlib).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Strict adherence to provided crc() and text_to_binary() functions.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No Bit-Flipping Controls: Evaluates natural user inputs and authentic files without synthetic flipping shortcuts.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Dashboard Features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Dynamic CRC selection (CRC-3, CRC-4, CRC-8, CRC-32) + Custom generator input.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Multi-mode switching: Binary Codeword, Text Comparison, and File Attendance Audit.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Live tabular preview of CSV records &amp; instant visual audit verdicts.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Key Educational Takeaways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CRC provides mathematical certainty for detecting accidental transmission errors.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Solves the instructor's classroom dilemma: audits files reliably without manual overhead.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All 3 modes verified with automated unit tests (test_crc_rules.py).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